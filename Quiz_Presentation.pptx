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Quiz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 • CSS • JavaScript • Bootstrap</a:t>
            </a:r>
          </a:p>
          <a:p/>
          <a:p>
            <a:r>
              <a:t>Mukesh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responsive web-based quiz application to test user knowledge using MCQs.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quiz</a:t>
            </a:r>
          </a:p>
          <a:p>
            <a:r>
              <a:t>• Score calculation</a:t>
            </a:r>
          </a:p>
          <a:p>
            <a:r>
              <a:t>• Timer based questions</a:t>
            </a:r>
          </a:p>
          <a:p>
            <a:r>
              <a:t>• Practical use of web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</a:t>
            </a:r>
          </a:p>
          <a:p>
            <a:r>
              <a:t>CSS</a:t>
            </a:r>
          </a:p>
          <a:p>
            <a:r>
              <a:t>JavaScript</a:t>
            </a:r>
          </a:p>
          <a:p>
            <a:r>
              <a:t>Bootstrap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MCQ based quiz</a:t>
            </a:r>
          </a:p>
          <a:p>
            <a:r>
              <a:t>• Timer with sound effect</a:t>
            </a:r>
          </a:p>
          <a:p>
            <a:r>
              <a:t>• Previous / Next navigation</a:t>
            </a:r>
          </a:p>
          <a:p>
            <a:r>
              <a:t>• Score &amp; rank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Question Screen</a:t>
            </a:r>
          </a:p>
        </p:txBody>
      </p:sp>
      <p:pic>
        <p:nvPicPr>
          <p:cNvPr id="3" name="Picture 2" descr="8b7cf059-937f-43dd-87a3-0d3b652c0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Validation (Correct / Wrong)</a:t>
            </a:r>
          </a:p>
        </p:txBody>
      </p:sp>
      <p:pic>
        <p:nvPicPr>
          <p:cNvPr id="3" name="Picture 2" descr="a71845d8-c36e-454c-842f-9cc8d5f1cc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 Screen</a:t>
            </a:r>
          </a:p>
        </p:txBody>
      </p:sp>
      <p:pic>
        <p:nvPicPr>
          <p:cNvPr id="3" name="Picture 2" descr="160df197-794a-42ed-96fa-99d44d680b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Question array</a:t>
            </a:r>
          </a:p>
          <a:p>
            <a:r>
              <a:t>• Timer &amp; sound logic</a:t>
            </a:r>
          </a:p>
          <a:p>
            <a:r>
              <a:t>• Score calculation</a:t>
            </a:r>
          </a:p>
          <a:p>
            <a:r>
              <a:t>• Dynamic DOM manipulation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 system</a:t>
            </a:r>
          </a:p>
          <a:p>
            <a:r>
              <a:t>• Database integration</a:t>
            </a:r>
          </a:p>
          <a:p>
            <a:r>
              <a:t>• More questions</a:t>
            </a:r>
          </a:p>
          <a:p>
            <a:r>
              <a:t>• Admin panel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improved my understanding of frontend development using HTML, CSS, JavaScript and Bootstrap.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